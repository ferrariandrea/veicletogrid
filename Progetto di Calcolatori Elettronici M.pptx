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184" autoAdjust="0"/>
  </p:normalViewPr>
  <p:slideViewPr>
    <p:cSldViewPr>
      <p:cViewPr varScale="1">
        <p:scale>
          <a:sx n="38" d="100"/>
          <a:sy n="38" d="100"/>
        </p:scale>
        <p:origin x="-132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C05EA-012E-4E6E-9669-8DCAEEA55B9C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3514F-85CA-4CE7-B40E-691578EA759B}" type="slidenum">
              <a:rPr lang="it-IT" smtClean="0"/>
              <a:pPr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visualdataweb.de/webvowl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dirty="0" smtClean="0">
                <a:hlinkClick r:id="rId3"/>
              </a:rPr>
              <a:t>http://www.visualdataweb.de/</a:t>
            </a:r>
            <a:r>
              <a:rPr lang="it-IT" dirty="0" err="1" smtClean="0">
                <a:hlinkClick r:id="rId3"/>
              </a:rPr>
              <a:t>webvowl</a:t>
            </a:r>
            <a:r>
              <a:rPr lang="it-IT" smtClean="0">
                <a:hlinkClick r:id="rId3"/>
              </a:rPr>
              <a:t>/</a:t>
            </a:r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2</a:t>
            </a:fld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dirty="0" smtClean="0"/>
              <a:t>Politiche:</a:t>
            </a:r>
          </a:p>
          <a:p>
            <a:pPr>
              <a:buFont typeface="Arial" pitchFamily="34" charset="0"/>
              <a:buChar char="•"/>
            </a:pPr>
            <a:r>
              <a:rPr lang="it-IT" dirty="0" smtClean="0"/>
              <a:t>Economica</a:t>
            </a:r>
          </a:p>
          <a:p>
            <a:pPr lvl="1">
              <a:buFont typeface="Arial" pitchFamily="34" charset="0"/>
              <a:buChar char="•"/>
            </a:pPr>
            <a:r>
              <a:rPr lang="it-IT" dirty="0" smtClean="0"/>
              <a:t>Se</a:t>
            </a:r>
            <a:r>
              <a:rPr lang="it-IT" baseline="0" dirty="0" smtClean="0"/>
              <a:t>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/>
              <a:t>è inferiore del 30%</a:t>
            </a:r>
            <a:r>
              <a:rPr lang="it-IT" baseline="0" dirty="0" smtClean="0">
                <a:sym typeface="Wingdings" pitchFamily="2" charset="2"/>
              </a:rPr>
              <a:t>si utilizza la rete elettrica nazionale per ricaricare le auto 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, ricaricando le auto solo fino al 50%, tutto questo fino a che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non arriva al 40%</a:t>
            </a:r>
          </a:p>
          <a:p>
            <a:pPr lvl="1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Se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è sopra il 40% mi stacco dalla rete elettrica nazionale e carico le auto sino al 100% prendendo energia dallo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che si ricarica dai pannelli. (I panelli sono sempre collegati, ma la loro potenza deriva dal meteo)</a:t>
            </a:r>
          </a:p>
          <a:p>
            <a:pPr lvl="0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Efficiente (costosa)</a:t>
            </a:r>
          </a:p>
          <a:p>
            <a:pPr lvl="1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è sempre attaccato alla rete elettrica nazionale e le auto sono sempre ricaricate sino al 100%</a:t>
            </a:r>
          </a:p>
          <a:p>
            <a:pPr lvl="0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Per entrambe le politiche se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è sotto al 10% smetto di ricaricare le auto, sino a che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non ritorna al 15%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3</a:t>
            </a:fld>
            <a:endParaRPr lang="it-IT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dirty="0" err="1" smtClean="0"/>
              <a:t>Sib-</a:t>
            </a:r>
            <a:r>
              <a:rPr lang="it-IT" dirty="0" smtClean="0"/>
              <a:t>&gt;non è permanente,</a:t>
            </a:r>
            <a:r>
              <a:rPr lang="it-IT" baseline="0" dirty="0" smtClean="0"/>
              <a:t> non ha tutte le </a:t>
            </a:r>
            <a:r>
              <a:rPr lang="it-IT" baseline="0" dirty="0" err="1" smtClean="0"/>
              <a:t>funzionalita</a:t>
            </a:r>
            <a:r>
              <a:rPr lang="it-IT" baseline="0" dirty="0" smtClean="0"/>
              <a:t> di SEPA (esempio-&gt; </a:t>
            </a:r>
            <a:r>
              <a:rPr lang="it-IT" baseline="0" dirty="0" err="1" smtClean="0"/>
              <a:t>timestamp</a:t>
            </a:r>
            <a:r>
              <a:rPr lang="it-IT" baseline="0" dirty="0" smtClean="0"/>
              <a:t>)</a:t>
            </a:r>
            <a:endParaRPr lang="it-IT" dirty="0" smtClean="0"/>
          </a:p>
          <a:p>
            <a:r>
              <a:rPr lang="it-IT" dirty="0" smtClean="0"/>
              <a:t>SEPA-&gt;</a:t>
            </a:r>
            <a:r>
              <a:rPr lang="it-IT" baseline="0" dirty="0" smtClean="0"/>
              <a:t> Gestisce </a:t>
            </a:r>
            <a:r>
              <a:rPr lang="it-IT" baseline="0" dirty="0" err="1" smtClean="0"/>
              <a:t>sparql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5</a:t>
            </a:fld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angolo rettangolo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olo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17" name="Sottotitolo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it-IT" smtClean="0"/>
              <a:t>Fare clic per modificare lo stile del sottotitolo dello schema</a:t>
            </a:r>
            <a:endParaRPr kumimoji="0" lang="en-US"/>
          </a:p>
        </p:txBody>
      </p:sp>
      <p:grpSp>
        <p:nvGrpSpPr>
          <p:cNvPr id="2" name="Gruppo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igura a mano libera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igura a mano libera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igura a mano libera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Connettore 1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Segnaposto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19" name="Segnaposto piè di pagina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27" name="Segnaposto numero diapositiva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Titolo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Gallone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Gallone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8" name="Titolo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nfront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6" name="Titolo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it-IT" smtClean="0"/>
              <a:t>Fare clic sull'icona per inserire un'immagine</a:t>
            </a:r>
            <a:endParaRPr kumimoji="0" lang="en-US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8" name="Figura a mano libera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igura a mano libera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Triangolo rettangolo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Connettore 1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Gallone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Gallone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igura a mano libera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igura a mano libera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Triangolo rettangolo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Connettore 1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egnaposto tito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0" name="Segnaposto testo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  <a:p>
            <a:pPr lvl="1" eaLnBrk="1" latinLnBrk="0" hangingPunct="1"/>
            <a:r>
              <a:rPr kumimoji="0" lang="it-IT" smtClean="0"/>
              <a:t>Secondo livello</a:t>
            </a:r>
          </a:p>
          <a:p>
            <a:pPr lvl="2" eaLnBrk="1" latinLnBrk="0" hangingPunct="1"/>
            <a:r>
              <a:rPr kumimoji="0" lang="it-IT" smtClean="0"/>
              <a:t>Terzo livello</a:t>
            </a:r>
          </a:p>
          <a:p>
            <a:pPr lvl="3" eaLnBrk="1" latinLnBrk="0" hangingPunct="1"/>
            <a:r>
              <a:rPr kumimoji="0" lang="it-IT" smtClean="0"/>
              <a:t>Quarto livello</a:t>
            </a:r>
          </a:p>
          <a:p>
            <a:pPr lvl="4" eaLnBrk="1" latinLnBrk="0" hangingPunct="1"/>
            <a:r>
              <a:rPr kumimoji="0" lang="it-IT" smtClean="0"/>
              <a:t>Quinto livello</a:t>
            </a:r>
            <a:endParaRPr kumimoji="0" lang="en-US"/>
          </a:p>
        </p:txBody>
      </p:sp>
      <p:sp>
        <p:nvSpPr>
          <p:cNvPr id="10" name="Segnaposto data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pPr/>
              <a:t>09/09/2019</a:t>
            </a:fld>
            <a:endParaRPr lang="it-IT"/>
          </a:p>
        </p:txBody>
      </p:sp>
      <p:sp>
        <p:nvSpPr>
          <p:cNvPr id="22" name="Segnaposto piè di pagina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18" name="Segnaposto numero diapositiva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dirty="0" smtClean="0"/>
              <a:t>Progetto di Calcolatori Elettronici M</a:t>
            </a:r>
            <a:endParaRPr lang="it-IT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it-IT" dirty="0" smtClean="0"/>
          </a:p>
          <a:p>
            <a:pPr algn="ctr"/>
            <a:r>
              <a:rPr lang="it-IT" dirty="0" err="1" smtClean="0"/>
              <a:t>VehicleToGrid</a:t>
            </a:r>
            <a:endParaRPr lang="it-IT" dirty="0"/>
          </a:p>
        </p:txBody>
      </p:sp>
      <p:sp>
        <p:nvSpPr>
          <p:cNvPr id="4" name="Sottotitolo 2"/>
          <p:cNvSpPr txBox="1">
            <a:spLocks/>
          </p:cNvSpPr>
          <p:nvPr/>
        </p:nvSpPr>
        <p:spPr>
          <a:xfrm>
            <a:off x="179512" y="5658296"/>
            <a:ext cx="7772400" cy="1199704"/>
          </a:xfrm>
          <a:prstGeom prst="rect">
            <a:avLst/>
          </a:prstGeom>
        </p:spPr>
        <p:txBody>
          <a:bodyPr vert="horz" lIns="45720" rIns="45720">
            <a:normAutofit/>
          </a:bodyPr>
          <a:lstStyle/>
          <a:p>
            <a:pPr marL="0" marR="64008" lvl="0" indent="0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None/>
              <a:tabLst/>
              <a:defRPr/>
            </a:pPr>
            <a:r>
              <a:rPr lang="it-IT" sz="2700" dirty="0" smtClean="0">
                <a:solidFill>
                  <a:schemeClr val="tx2"/>
                </a:solidFill>
              </a:rPr>
              <a:t>Ferrari Andrea</a:t>
            </a:r>
          </a:p>
          <a:p>
            <a:pPr marL="0" marR="64008" lvl="0" indent="0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None/>
              <a:tabLst/>
              <a:defRPr/>
            </a:pPr>
            <a:r>
              <a:rPr kumimoji="0" lang="it-IT" sz="2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Piazzi</a:t>
            </a:r>
            <a:r>
              <a:rPr kumimoji="0" lang="it-IT" sz="2700" b="0" i="0" u="none" strike="noStrike" kern="1200" cap="none" spc="0" normalizeH="0" noProof="0" dirty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Kevin</a:t>
            </a:r>
            <a:endParaRPr kumimoji="0" lang="it-IT" sz="2700" b="0" i="0" u="none" strike="noStrike" kern="1200" cap="none" spc="0" normalizeH="0" baseline="0" noProof="0" dirty="0" smtClean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smtClean="0"/>
              <a:t>Il progetto mira a simulare un parcheggio con servizio di ricarica per auto elettriche.</a:t>
            </a:r>
          </a:p>
          <a:p>
            <a:r>
              <a:rPr lang="it-IT" dirty="0" smtClean="0"/>
              <a:t>Sono simulati:</a:t>
            </a:r>
          </a:p>
          <a:p>
            <a:pPr lvl="1"/>
            <a:r>
              <a:rPr lang="it-IT" dirty="0" smtClean="0"/>
              <a:t>Rete elettrica nazionale</a:t>
            </a:r>
          </a:p>
          <a:p>
            <a:pPr lvl="1"/>
            <a:r>
              <a:rPr lang="it-IT" dirty="0" smtClean="0"/>
              <a:t>Pannelli fotovoltaici</a:t>
            </a:r>
          </a:p>
          <a:p>
            <a:pPr lvl="1"/>
            <a:r>
              <a:rPr lang="it-IT" dirty="0" smtClean="0"/>
              <a:t>Previsioni meteo</a:t>
            </a:r>
          </a:p>
          <a:p>
            <a:pPr lvl="1"/>
            <a:r>
              <a:rPr lang="it-IT" dirty="0" err="1" smtClean="0"/>
              <a:t>Storage</a:t>
            </a:r>
            <a:endParaRPr lang="it-IT" dirty="0" smtClean="0"/>
          </a:p>
          <a:p>
            <a:pPr lvl="1"/>
            <a:r>
              <a:rPr lang="it-IT" dirty="0" smtClean="0"/>
              <a:t>Veicoli</a:t>
            </a:r>
          </a:p>
          <a:p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it-IT" dirty="0" smtClean="0"/>
              <a:t/>
            </a:r>
            <a:br>
              <a:rPr lang="it-IT" dirty="0" smtClean="0"/>
            </a:br>
            <a:r>
              <a:rPr lang="it-IT" dirty="0" err="1" smtClean="0"/>
              <a:t>VehicleToGrid</a:t>
            </a:r>
            <a:r>
              <a:rPr lang="it-IT" dirty="0" smtClean="0"/>
              <a:t/>
            </a:r>
            <a:br>
              <a:rPr lang="it-IT" dirty="0" smtClean="0"/>
            </a:br>
            <a:endParaRPr lang="it-IT" dirty="0"/>
          </a:p>
        </p:txBody>
      </p:sp>
      <p:pic>
        <p:nvPicPr>
          <p:cNvPr id="1026" name="Picture 2" descr="Risultati immagini per auto ricarica colonnin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60032" y="3645024"/>
            <a:ext cx="3954877" cy="2793133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Schema </a:t>
            </a:r>
            <a:endParaRPr lang="it-IT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59632" y="1412776"/>
            <a:ext cx="6678563" cy="433237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70000"/>
              </a:lnSpc>
            </a:pPr>
            <a:r>
              <a:rPr lang="it-IT" dirty="0" smtClean="0"/>
              <a:t>Configurazione parametri simulatore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Simulazione veicoli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Simulazione meteo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Gestione politiche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Registrazione-Login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Prenotazioni</a:t>
            </a:r>
          </a:p>
          <a:p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Funzionalità del simulatore</a:t>
            </a:r>
            <a:endParaRPr lang="it-IT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04048" y="3140968"/>
            <a:ext cx="3719339" cy="26694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 smtClean="0"/>
              <a:t>Il simulatore risulta efficiente nel coprire vari casi di studi di fattibilità, consumi e andamenti elettrici all’interno di un parcheggio per veicoli elettrici.</a:t>
            </a:r>
          </a:p>
          <a:p>
            <a:endParaRPr lang="it-IT" dirty="0" smtClean="0"/>
          </a:p>
          <a:p>
            <a:r>
              <a:rPr lang="it-IT" dirty="0" smtClean="0"/>
              <a:t>Possibili estensioni, migliorie, usi:</a:t>
            </a:r>
          </a:p>
          <a:p>
            <a:pPr lvl="1"/>
            <a:r>
              <a:rPr lang="it-IT" dirty="0" smtClean="0"/>
              <a:t>Aggiunta di nuove politiche</a:t>
            </a:r>
          </a:p>
          <a:p>
            <a:pPr lvl="1"/>
            <a:r>
              <a:rPr lang="it-IT" dirty="0" smtClean="0"/>
              <a:t>Sostituzione della </a:t>
            </a:r>
            <a:r>
              <a:rPr lang="it-IT" dirty="0" err="1" smtClean="0"/>
              <a:t>Sib</a:t>
            </a:r>
            <a:r>
              <a:rPr lang="it-IT" dirty="0" smtClean="0"/>
              <a:t> (esempio </a:t>
            </a:r>
            <a:r>
              <a:rPr lang="it-IT" dirty="0" smtClean="0"/>
              <a:t>con: SEPA)</a:t>
            </a:r>
            <a:endParaRPr lang="it-IT" dirty="0" smtClean="0"/>
          </a:p>
          <a:p>
            <a:pPr lvl="1"/>
            <a:r>
              <a:rPr lang="it-IT" dirty="0" smtClean="0"/>
              <a:t>Ricerca e implementazione di una libreria in grado di trasformare oggetti java in triple per sostituire il connettore attualmente implementato</a:t>
            </a:r>
          </a:p>
          <a:p>
            <a:pPr lvl="1"/>
            <a:endParaRPr lang="it-IT" dirty="0" smtClean="0"/>
          </a:p>
          <a:p>
            <a:pPr lvl="1"/>
            <a:endParaRPr lang="it-IT" dirty="0" smtClean="0"/>
          </a:p>
          <a:p>
            <a:pPr lvl="1"/>
            <a:endParaRPr lang="it-IT" dirty="0" smtClean="0"/>
          </a:p>
          <a:p>
            <a:pPr lvl="1"/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Conclusioni</a:t>
            </a:r>
            <a:endParaRPr lang="it-IT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iale">
  <a:themeElements>
    <a:clrScheme name="Terra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Vial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Vial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173</TotalTime>
  <Words>292</Words>
  <Application>Microsoft Office PowerPoint</Application>
  <PresentationFormat>Presentazione su schermo (4:3)</PresentationFormat>
  <Paragraphs>44</Paragraphs>
  <Slides>5</Slides>
  <Notes>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6" baseType="lpstr">
      <vt:lpstr>Viale</vt:lpstr>
      <vt:lpstr>Progetto di Calcolatori Elettronici M</vt:lpstr>
      <vt:lpstr> VehicleToGrid </vt:lpstr>
      <vt:lpstr>Schema </vt:lpstr>
      <vt:lpstr>Funzionalità del simulatore</vt:lpstr>
      <vt:lpstr>Conclusioni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Andrea Ferrari</dc:creator>
  <cp:lastModifiedBy>Andrea Ferrari</cp:lastModifiedBy>
  <cp:revision>25</cp:revision>
  <dcterms:created xsi:type="dcterms:W3CDTF">2019-09-06T08:28:45Z</dcterms:created>
  <dcterms:modified xsi:type="dcterms:W3CDTF">2019-09-09T08:37:24Z</dcterms:modified>
</cp:coreProperties>
</file>