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Default Extension="png" ContentType="image/png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Default Extension="jpeg" ContentType="image/jpeg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59" r:id="rId6"/>
  </p:sldIdLst>
  <p:sldSz cx="9144000" cy="6858000" type="screen4x3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184" autoAdjust="0"/>
  </p:normalViewPr>
  <p:slideViewPr>
    <p:cSldViewPr>
      <p:cViewPr varScale="1">
        <p:scale>
          <a:sx n="50" d="100"/>
          <a:sy n="50" d="100"/>
        </p:scale>
        <p:origin x="-1872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8C05EA-012E-4E6E-9669-8DCAEEA55B9C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smtClean="0"/>
              <a:t>Fare clic per modificare stili del testo dello schema</a:t>
            </a:r>
          </a:p>
          <a:p>
            <a:pPr lvl="1"/>
            <a:r>
              <a:rPr lang="it-IT" smtClean="0"/>
              <a:t>Secondo livello</a:t>
            </a:r>
          </a:p>
          <a:p>
            <a:pPr lvl="2"/>
            <a:r>
              <a:rPr lang="it-IT" smtClean="0"/>
              <a:t>Terzo livello</a:t>
            </a:r>
          </a:p>
          <a:p>
            <a:pPr lvl="3"/>
            <a:r>
              <a:rPr lang="it-IT" smtClean="0"/>
              <a:t>Quarto livello</a:t>
            </a:r>
          </a:p>
          <a:p>
            <a:pPr lvl="4"/>
            <a:r>
              <a:rPr lang="it-IT" smtClean="0"/>
              <a:t>Quinto livello</a:t>
            </a:r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E93514F-85CA-4CE7-B40E-691578EA759B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t>2</a:t>
            </a:fld>
            <a:endParaRPr lang="it-IT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it-IT" dirty="0" smtClean="0"/>
              <a:t>Politiche:</a:t>
            </a:r>
          </a:p>
          <a:p>
            <a:pPr>
              <a:buFont typeface="Arial" pitchFamily="34" charset="0"/>
              <a:buChar char="•"/>
            </a:pPr>
            <a:r>
              <a:rPr lang="it-IT" dirty="0" smtClean="0"/>
              <a:t>Economica</a:t>
            </a:r>
          </a:p>
          <a:p>
            <a:pPr lvl="1">
              <a:buFont typeface="Arial" pitchFamily="34" charset="0"/>
              <a:buChar char="•"/>
            </a:pPr>
            <a:r>
              <a:rPr lang="it-IT" dirty="0" smtClean="0"/>
              <a:t>Se</a:t>
            </a:r>
            <a:r>
              <a:rPr lang="it-IT" baseline="0" dirty="0" smtClean="0"/>
              <a:t>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/>
              <a:t>è inferiore del 30%</a:t>
            </a:r>
            <a:r>
              <a:rPr lang="it-IT" baseline="0" dirty="0" smtClean="0">
                <a:sym typeface="Wingdings" pitchFamily="2" charset="2"/>
              </a:rPr>
              <a:t>si utilizza la rete elettrica nazionale per ricaricare le auto 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>
                <a:sym typeface="Wingdings" pitchFamily="2" charset="2"/>
              </a:rPr>
              <a:t>, ricaricando le auto solo fino al 50%, tutto questo fino a che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>
                <a:sym typeface="Wingdings" pitchFamily="2" charset="2"/>
              </a:rPr>
              <a:t>non arriva al 40%</a:t>
            </a:r>
          </a:p>
          <a:p>
            <a:pPr lvl="1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Se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>
                <a:sym typeface="Wingdings" pitchFamily="2" charset="2"/>
              </a:rPr>
              <a:t>è sopra il 40% mi stacco dalla rete elettrica nazionale e carico le auto sino al 100% prendendo energia dallo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>
                <a:sym typeface="Wingdings" pitchFamily="2" charset="2"/>
              </a:rPr>
              <a:t>che si ricarica dai pannelli. (I panelli sono sempre collegati, ma la loro potenza deriva dal meteo)</a:t>
            </a:r>
          </a:p>
          <a:p>
            <a:pPr lvl="0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Efficiente (costosa)</a:t>
            </a:r>
          </a:p>
          <a:p>
            <a:pPr lvl="1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</a:t>
            </a:r>
            <a:r>
              <a:rPr lang="it-IT" baseline="0" dirty="0" smtClean="0">
                <a:sym typeface="Wingdings" pitchFamily="2" charset="2"/>
              </a:rPr>
              <a:t>è sempre attaccato alla rete elettrica nazionale e le auto sono sempre ricaricate sino al 100%</a:t>
            </a:r>
          </a:p>
          <a:p>
            <a:pPr lvl="0">
              <a:buFont typeface="Arial" pitchFamily="34" charset="0"/>
              <a:buChar char="•"/>
            </a:pPr>
            <a:r>
              <a:rPr lang="it-IT" baseline="0" dirty="0" smtClean="0">
                <a:sym typeface="Wingdings" pitchFamily="2" charset="2"/>
              </a:rPr>
              <a:t>Per entrambe le politiche se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è sotto al 10% smetto di ricaricare le auto, sino a che lo </a:t>
            </a:r>
            <a:r>
              <a:rPr lang="it-IT" baseline="0" dirty="0" err="1" smtClean="0">
                <a:sym typeface="Wingdings" pitchFamily="2" charset="2"/>
              </a:rPr>
              <a:t>Storage</a:t>
            </a:r>
            <a:r>
              <a:rPr lang="it-IT" baseline="0" dirty="0" smtClean="0">
                <a:sym typeface="Wingdings" pitchFamily="2" charset="2"/>
              </a:rPr>
              <a:t> non ritorna al 15%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E93514F-85CA-4CE7-B40E-691578EA759B}" type="slidenum">
              <a:rPr lang="it-IT" smtClean="0"/>
              <a:t>3</a:t>
            </a:fld>
            <a:endParaRPr lang="it-IT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riangolo rettangolo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olo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17" name="Sottotitolo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it-IT" smtClean="0"/>
              <a:t>Fare clic per modificare lo stile del sottotitolo dello schema</a:t>
            </a:r>
            <a:endParaRPr kumimoji="0" lang="en-US"/>
          </a:p>
        </p:txBody>
      </p:sp>
      <p:grpSp>
        <p:nvGrpSpPr>
          <p:cNvPr id="2" name="Gruppo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igura a mano libera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igura a mano libera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igura a mano libera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 cstate="print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Connettore 1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Segnaposto data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19" name="Segnaposto piè di pagina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27" name="Segnaposto numero diapositiva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  <p:sp>
        <p:nvSpPr>
          <p:cNvPr id="7" name="Titolo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  <p:sp>
        <p:nvSpPr>
          <p:cNvPr id="7" name="Gallone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Gallone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  <p:sp>
        <p:nvSpPr>
          <p:cNvPr id="8" name="Titolo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nfronto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7" name="Segnaposto data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8" name="Segnaposto piè di pa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9" name="Segnaposto numero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  <p:sp>
        <p:nvSpPr>
          <p:cNvPr id="6" name="Titolo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it-IT" smtClean="0"/>
              <a:t>Fare clic sull'icona per inserire un'immagine</a:t>
            </a:r>
            <a:endParaRPr kumimoji="0" lang="en-US" dirty="0"/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8" name="Figura a mano libera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igura a mano libera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Triangolo rettangolo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Connettore 1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Gallone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Gallone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it-IT" smtClean="0"/>
              <a:t>Fare clic per modificare stili del testo dello schema</a:t>
            </a:r>
          </a:p>
          <a:p>
            <a:pPr lvl="1" eaLnBrk="1" latinLnBrk="0" hangingPunct="1"/>
            <a:r>
              <a:rPr lang="it-IT" smtClean="0"/>
              <a:t>Secondo livello</a:t>
            </a:r>
          </a:p>
          <a:p>
            <a:pPr lvl="2" eaLnBrk="1" latinLnBrk="0" hangingPunct="1"/>
            <a:r>
              <a:rPr lang="it-IT" smtClean="0"/>
              <a:t>Terzo livello</a:t>
            </a:r>
          </a:p>
          <a:p>
            <a:pPr lvl="3" eaLnBrk="1" latinLnBrk="0" hangingPunct="1"/>
            <a:r>
              <a:rPr lang="it-IT" smtClean="0"/>
              <a:t>Quarto livello</a:t>
            </a:r>
          </a:p>
          <a:p>
            <a:pPr lvl="4" eaLnBrk="1" latinLnBrk="0" hangingPunct="1"/>
            <a:r>
              <a:rPr lang="it-IT" smtClean="0"/>
              <a:t>Quinto livello</a:t>
            </a:r>
            <a:endParaRPr kumimoji="0"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it-IT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igura a mano libera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igura a mano libera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Triangolo rettangolo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 cstate="print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Connettore 1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egnaposto titolo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it-IT" smtClean="0"/>
              <a:t>Fare clic per modificare lo stile del titolo</a:t>
            </a:r>
            <a:endParaRPr kumimoji="0" lang="en-US"/>
          </a:p>
        </p:txBody>
      </p:sp>
      <p:sp>
        <p:nvSpPr>
          <p:cNvPr id="30" name="Segnaposto testo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it-IT" smtClean="0"/>
              <a:t>Fare clic per modificare stili del testo dello schema</a:t>
            </a:r>
          </a:p>
          <a:p>
            <a:pPr lvl="1" eaLnBrk="1" latinLnBrk="0" hangingPunct="1"/>
            <a:r>
              <a:rPr kumimoji="0" lang="it-IT" smtClean="0"/>
              <a:t>Secondo livello</a:t>
            </a:r>
          </a:p>
          <a:p>
            <a:pPr lvl="2" eaLnBrk="1" latinLnBrk="0" hangingPunct="1"/>
            <a:r>
              <a:rPr kumimoji="0" lang="it-IT" smtClean="0"/>
              <a:t>Terzo livello</a:t>
            </a:r>
          </a:p>
          <a:p>
            <a:pPr lvl="3" eaLnBrk="1" latinLnBrk="0" hangingPunct="1"/>
            <a:r>
              <a:rPr kumimoji="0" lang="it-IT" smtClean="0"/>
              <a:t>Quarto livello</a:t>
            </a:r>
          </a:p>
          <a:p>
            <a:pPr lvl="4" eaLnBrk="1" latinLnBrk="0" hangingPunct="1"/>
            <a:r>
              <a:rPr kumimoji="0" lang="it-IT" smtClean="0"/>
              <a:t>Quinto livello</a:t>
            </a:r>
            <a:endParaRPr kumimoji="0" lang="en-US"/>
          </a:p>
        </p:txBody>
      </p:sp>
      <p:sp>
        <p:nvSpPr>
          <p:cNvPr id="10" name="Segnaposto data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9C5E9E46-A04A-498D-8B3B-78CAA83A4756}" type="datetimeFigureOut">
              <a:rPr lang="it-IT" smtClean="0"/>
              <a:t>06/09/2019</a:t>
            </a:fld>
            <a:endParaRPr lang="it-IT"/>
          </a:p>
        </p:txBody>
      </p:sp>
      <p:sp>
        <p:nvSpPr>
          <p:cNvPr id="22" name="Segnaposto piè di pagina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it-IT"/>
          </a:p>
        </p:txBody>
      </p:sp>
      <p:sp>
        <p:nvSpPr>
          <p:cNvPr id="18" name="Segnaposto numero diapositiva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6AC436C0-599C-402C-8FE0-A18BA4A0D950}" type="slidenum">
              <a:rPr lang="it-IT" smtClean="0"/>
              <a:t>‹N›</a:t>
            </a:fld>
            <a:endParaRPr lang="it-I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dirty="0" smtClean="0"/>
              <a:t>Progetto di </a:t>
            </a:r>
            <a:r>
              <a:rPr lang="it-IT" dirty="0" smtClean="0"/>
              <a:t>C</a:t>
            </a:r>
            <a:r>
              <a:rPr lang="it-IT" dirty="0" smtClean="0"/>
              <a:t>alcolatori Elettronici M</a:t>
            </a:r>
            <a:endParaRPr lang="it-IT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endParaRPr lang="it-IT" dirty="0" smtClean="0"/>
          </a:p>
          <a:p>
            <a:pPr algn="ctr"/>
            <a:r>
              <a:rPr lang="it-IT" dirty="0" err="1" smtClean="0"/>
              <a:t>VehicleToGrid</a:t>
            </a:r>
            <a:endParaRPr lang="it-IT" dirty="0"/>
          </a:p>
        </p:txBody>
      </p:sp>
      <p:sp>
        <p:nvSpPr>
          <p:cNvPr id="4" name="Sottotitolo 2"/>
          <p:cNvSpPr txBox="1">
            <a:spLocks/>
          </p:cNvSpPr>
          <p:nvPr/>
        </p:nvSpPr>
        <p:spPr>
          <a:xfrm>
            <a:off x="179512" y="5658296"/>
            <a:ext cx="7772400" cy="1199704"/>
          </a:xfrm>
          <a:prstGeom prst="rect">
            <a:avLst/>
          </a:prstGeom>
        </p:spPr>
        <p:txBody>
          <a:bodyPr vert="horz" lIns="45720" rIns="45720">
            <a:normAutofit/>
          </a:bodyPr>
          <a:lstStyle/>
          <a:p>
            <a:pPr marL="0" marR="64008" lvl="0" indent="0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None/>
              <a:tabLst/>
              <a:defRPr/>
            </a:pPr>
            <a:r>
              <a:rPr lang="it-IT" sz="2700" dirty="0" smtClean="0">
                <a:solidFill>
                  <a:schemeClr val="tx2"/>
                </a:solidFill>
              </a:rPr>
              <a:t>Ferrari Andrea</a:t>
            </a:r>
          </a:p>
          <a:p>
            <a:pPr marL="0" marR="64008" lvl="0" indent="0" defTabSz="914400" rtl="0" eaLnBrk="1" fontAlgn="auto" latinLnBrk="0" hangingPunct="1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ct val="68000"/>
              <a:buFont typeface="Wingdings 3"/>
              <a:buNone/>
              <a:tabLst/>
              <a:defRPr/>
            </a:pPr>
            <a:r>
              <a:rPr kumimoji="0" lang="it-IT" sz="2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Piazzi</a:t>
            </a:r>
            <a:r>
              <a:rPr kumimoji="0" lang="it-IT" sz="2700" b="0" i="0" u="none" strike="noStrike" kern="1200" cap="none" spc="0" normalizeH="0" noProof="0" dirty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Kevin</a:t>
            </a:r>
            <a:endParaRPr kumimoji="0" lang="it-IT" sz="2700" b="0" i="0" u="none" strike="noStrike" kern="1200" cap="none" spc="0" normalizeH="0" baseline="0" noProof="0" dirty="0" smtClean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smtClean="0"/>
              <a:t>Il progetto mira a simulare un parcheggio con servizio di ricarica per auto elettriche.</a:t>
            </a:r>
          </a:p>
          <a:p>
            <a:r>
              <a:rPr lang="it-IT" dirty="0" smtClean="0"/>
              <a:t>Sono simulati:</a:t>
            </a:r>
          </a:p>
          <a:p>
            <a:pPr lvl="1"/>
            <a:r>
              <a:rPr lang="it-IT" dirty="0" smtClean="0"/>
              <a:t>Rete elettrica nazionale</a:t>
            </a:r>
          </a:p>
          <a:p>
            <a:pPr lvl="1"/>
            <a:r>
              <a:rPr lang="it-IT" dirty="0" smtClean="0"/>
              <a:t>Pannelli fotovoltaici</a:t>
            </a:r>
          </a:p>
          <a:p>
            <a:pPr lvl="1"/>
            <a:r>
              <a:rPr lang="it-IT" dirty="0" smtClean="0"/>
              <a:t>Previsioni </a:t>
            </a:r>
            <a:r>
              <a:rPr lang="it-IT" dirty="0" smtClean="0"/>
              <a:t>meteo</a:t>
            </a:r>
          </a:p>
          <a:p>
            <a:pPr lvl="1"/>
            <a:r>
              <a:rPr lang="it-IT" dirty="0" err="1" smtClean="0"/>
              <a:t>Storage</a:t>
            </a:r>
            <a:endParaRPr lang="it-IT" dirty="0" smtClean="0"/>
          </a:p>
          <a:p>
            <a:pPr lvl="1"/>
            <a:r>
              <a:rPr lang="it-IT" dirty="0" smtClean="0"/>
              <a:t>Veicoli</a:t>
            </a:r>
          </a:p>
          <a:p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it-IT" dirty="0" smtClean="0"/>
              <a:t/>
            </a:r>
            <a:br>
              <a:rPr lang="it-IT" dirty="0" smtClean="0"/>
            </a:br>
            <a:r>
              <a:rPr lang="it-IT" dirty="0" err="1" smtClean="0"/>
              <a:t>VehicleToGrid</a:t>
            </a:r>
            <a:r>
              <a:rPr lang="it-IT" dirty="0" smtClean="0"/>
              <a:t/>
            </a:r>
            <a:br>
              <a:rPr lang="it-IT" dirty="0" smtClean="0"/>
            </a:br>
            <a:endParaRPr lang="it-IT" dirty="0"/>
          </a:p>
        </p:txBody>
      </p:sp>
      <p:pic>
        <p:nvPicPr>
          <p:cNvPr id="1026" name="Picture 2" descr="Risultati immagini per auto ricarica colonnina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860032" y="3645024"/>
            <a:ext cx="3954877" cy="2793133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Schema </a:t>
            </a:r>
            <a:endParaRPr lang="it-IT" dirty="0"/>
          </a:p>
        </p:txBody>
      </p:sp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259632" y="1412776"/>
            <a:ext cx="6678563" cy="433237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lnSpc>
                <a:spcPct val="170000"/>
              </a:lnSpc>
            </a:pPr>
            <a:r>
              <a:rPr lang="it-IT" dirty="0" smtClean="0"/>
              <a:t>Configurazione </a:t>
            </a:r>
            <a:r>
              <a:rPr lang="it-IT" dirty="0" smtClean="0"/>
              <a:t>parametri </a:t>
            </a:r>
            <a:r>
              <a:rPr lang="it-IT" dirty="0" smtClean="0"/>
              <a:t>simulatore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Simulazione veicoli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Simulazione meteo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Gestione </a:t>
            </a:r>
            <a:r>
              <a:rPr lang="it-IT" dirty="0" smtClean="0"/>
              <a:t>politiche</a:t>
            </a:r>
            <a:endParaRPr lang="it-IT" dirty="0" smtClean="0"/>
          </a:p>
          <a:p>
            <a:pPr>
              <a:lnSpc>
                <a:spcPct val="170000"/>
              </a:lnSpc>
            </a:pPr>
            <a:r>
              <a:rPr lang="it-IT" dirty="0" smtClean="0"/>
              <a:t>Registrazione-Login</a:t>
            </a:r>
          </a:p>
          <a:p>
            <a:pPr>
              <a:lnSpc>
                <a:spcPct val="170000"/>
              </a:lnSpc>
            </a:pPr>
            <a:r>
              <a:rPr lang="it-IT" dirty="0" smtClean="0"/>
              <a:t>Prenotazioni</a:t>
            </a:r>
          </a:p>
          <a:p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Funzionalità del simulatore</a:t>
            </a:r>
            <a:endParaRPr lang="it-IT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04048" y="3140968"/>
            <a:ext cx="3719339" cy="266943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contenuto 1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 smtClean="0"/>
              <a:t>Il simulatore risulta efficiente nel coprire vari casi di studi di fattibilità, consumi e andamenti elettrici all’interno di un parcheggio per veicoli elettrici.</a:t>
            </a:r>
          </a:p>
          <a:p>
            <a:endParaRPr lang="it-IT" dirty="0" smtClean="0"/>
          </a:p>
          <a:p>
            <a:r>
              <a:rPr lang="it-IT" dirty="0" smtClean="0"/>
              <a:t>Possibili estensioni, migliorie, usi:</a:t>
            </a:r>
          </a:p>
          <a:p>
            <a:pPr lvl="1"/>
            <a:r>
              <a:rPr lang="it-IT" dirty="0" smtClean="0"/>
              <a:t>Aggiunta di nuove politiche</a:t>
            </a:r>
          </a:p>
          <a:p>
            <a:pPr lvl="1"/>
            <a:r>
              <a:rPr lang="it-IT" dirty="0" smtClean="0"/>
              <a:t>Sostituzione della </a:t>
            </a:r>
            <a:r>
              <a:rPr lang="it-IT" dirty="0" err="1" smtClean="0"/>
              <a:t>Sib</a:t>
            </a:r>
            <a:r>
              <a:rPr lang="it-IT" dirty="0" smtClean="0"/>
              <a:t> </a:t>
            </a:r>
            <a:r>
              <a:rPr lang="it-IT" dirty="0" smtClean="0"/>
              <a:t>(esempio con: </a:t>
            </a:r>
            <a:r>
              <a:rPr lang="it-IT" dirty="0" err="1" smtClean="0"/>
              <a:t>Apache-jena</a:t>
            </a:r>
            <a:r>
              <a:rPr lang="it-IT" dirty="0" smtClean="0"/>
              <a:t>)</a:t>
            </a:r>
          </a:p>
          <a:p>
            <a:pPr lvl="1"/>
            <a:r>
              <a:rPr lang="it-IT" dirty="0" smtClean="0"/>
              <a:t>Ricerca e implementazione di una libreria in grado di trasformare oggetti java in triple per sostituire il connettore attualmente implementato</a:t>
            </a:r>
          </a:p>
          <a:p>
            <a:pPr lvl="1"/>
            <a:endParaRPr lang="it-IT" dirty="0" smtClean="0"/>
          </a:p>
          <a:p>
            <a:pPr lvl="1"/>
            <a:endParaRPr lang="it-IT" dirty="0" smtClean="0"/>
          </a:p>
          <a:p>
            <a:pPr lvl="1"/>
            <a:endParaRPr lang="it-IT" dirty="0" smtClean="0"/>
          </a:p>
          <a:p>
            <a:pPr lvl="1"/>
            <a:endParaRPr lang="it-IT" dirty="0"/>
          </a:p>
        </p:txBody>
      </p:sp>
      <p:sp>
        <p:nvSpPr>
          <p:cNvPr id="3" name="Titolo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 smtClean="0"/>
              <a:t>Conclusioni</a:t>
            </a:r>
            <a:endParaRPr lang="it-IT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Viale">
  <a:themeElements>
    <a:clrScheme name="Terra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Vial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</a:minorFont>
    </a:fontScheme>
    <a:fmtScheme name="Vial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145</TotalTime>
  <Words>264</Words>
  <Application>Microsoft Office PowerPoint</Application>
  <PresentationFormat>Presentazione su schermo (4:3)</PresentationFormat>
  <Paragraphs>39</Paragraphs>
  <Slides>5</Slides>
  <Notes>2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Titoli diapositive</vt:lpstr>
      </vt:variant>
      <vt:variant>
        <vt:i4>5</vt:i4>
      </vt:variant>
    </vt:vector>
  </HeadingPairs>
  <TitlesOfParts>
    <vt:vector size="6" baseType="lpstr">
      <vt:lpstr>Viale</vt:lpstr>
      <vt:lpstr>Progetto di Calcolatori Elettronici M</vt:lpstr>
      <vt:lpstr> VehicleToGrid </vt:lpstr>
      <vt:lpstr>Schema </vt:lpstr>
      <vt:lpstr>Funzionalità del simulatore</vt:lpstr>
      <vt:lpstr>Conclusioni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Andrea Ferrari</dc:creator>
  <cp:lastModifiedBy>Andrea Ferrari</cp:lastModifiedBy>
  <cp:revision>22</cp:revision>
  <dcterms:created xsi:type="dcterms:W3CDTF">2019-09-06T08:28:45Z</dcterms:created>
  <dcterms:modified xsi:type="dcterms:W3CDTF">2019-09-06T10:54:06Z</dcterms:modified>
</cp:coreProperties>
</file>